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AimShoot 게임 개발 과정 발표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AimShoot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게임 제목 및 개발 과정 발표 소개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AimShoot — 개발 과정 발표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부제: 모티브(버츄얼캅 / 타임 크라이시스), 개발 기간, 팀(혼자/팀원)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모티브 게임 스크린샷(좌), 게임 로고(우) 배치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프로젝트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프로젝트 목표 및 개요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AimShoot는 반응형 타겟을 겨냥한 타임 어택 게임으로, 플레이어의 반응 속도를 테스트합니다. 이 게임은 혼자 또는 팀으로 개발되었습니다.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프로젝트 목표를 나타내는 아이콘과 함께 간단한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모티브 게임 소개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모티브 게임 설명 및 특징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버츄얼캅: 3D 슈팅 게임으로, 플레이어가 적을 겨냥하여 사격하는 방식.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타임 크라이시스: 반응 속도와 정확성을 요구하는 게임으로, 다양한 스테이지와 적들이 등장.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모티브 게임의 스크린샷과 간단한 설명 텍스트 배치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핵심 기획 포인트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게임의 핵심 기획 요소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타임 어택: 제한 시간 내에 최대한 많은 점수를 얻는 목표.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반응형 표적: 플레이어의 반응 속도에 따라 점수가 달라짐.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풀링 기반 성능 최적화: 메모리 사용을 줄이고 성능을 향상.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핵심 기획 포인트를 나열한 리스트와 관련 이미지 배치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기술 스택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사용된 기술 스택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엔진: Unity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언어: C#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주요 시스템: Spawn/Pool, Target(데미지·사망), AnimationController, Score/Event 시스템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기술 스택을 나타내는 아이콘과 함께 간단한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Unity 엔진 및 C# 언어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Unity와 C#의 장점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Unity: 크로스 플랫폼 지원, 강력한 커뮤니티, 다양한 플러그인.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C#: 객체 지향 프로그래밍 지원, 강력한 성능.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Unity 로고와 C# 로고를 나란히 배치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주요 시스템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게임의 주요 시스템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SpawnManager: 타겟 생성 및 관리.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PoolManager: 메모리 최적화를 위한 오브젝트 풀링.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Target 시스템: 타겟의 상태 관리 및 애니메이션.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시스템 간의 관계를 나타내는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SpawnManager 및 PoolManager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SpawnManager와 PoolManager의 역할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SpawnManager: 타겟을 특정 위치에 생성.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PoolManager: 생성된 타겟을 재사용하여 성능 최적화.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SpawnManager와 PoolManager의 흐름을 나타내는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Target 시스템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타겟 시스템의 기능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타겟의 생성, 상태 변화(데미지, 사망), 애니메이션 처리.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타겟 시스템의 흐름을 나타내는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AnimationController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애니메이션 컨트롤러의 역할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타겟의 애니메이션 상태를 관리하고, 이벤트에 따라 애니메이션을 전환.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AnimationController의 상태 전환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Score 및 Event 시스템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점수 및 이벤트 시스템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플레이어의 점수를 계산하고, 특정 이벤트 발생 시 알림.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점수 시스템의 흐름을 나타내는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스크립트별 구현 하이라이트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각 스크립트의 주요 기능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Targets.cs: Die(), OnHits(), OnReturned 이벤트 호출 위치.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TargetAnimationController.cs: PlayHit(), PlayDie() 등.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각 스크립트의 코드 스크린샷과 설명 배치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Targets.cs 기능 설명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Targets.cs의 주요 기능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Die(): 타겟이 사망할 때 호출.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OnHits(): 타겟이 맞았을 때 호출.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Targets.cs의 코드 스크린샷과 함께 기능 설명 배치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TargetAnimationController.cs 기능 설명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TargetAnimationController.cs의 주요 기능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PlayHit(): 타겟이 맞았을 때 애니메이션 재생.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FadeLayerAndTrigger(): 애니메이션 레이어 전환.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TargetAnimationController.cs의 코드 스크린샷과 함께 기능 설명 배치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SpawnManager.cs 기능 설명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SpawnManager.cs의 주요 기능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SpawnAtPoint(): 특정 위치에 타겟 생성.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OnTargetReturned(): 타겟이 반환될 때 호출.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SpawnManager.cs의 코드 스크린샷과 함께 기능 설명 배치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PoolManager 핵심 로직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PoolManager의 핵심 로직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Get(): 풀에서 오브젝트를 가져오는 로직.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Release(): 사용이 끝난 오브젝트를 풀에 반환하는 로직.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PoolManager의 코드 스크린샷과 함께 기능 설명 배치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문제 및 해결 사례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개발 중 발생한 문제와 해결 방법 설명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문제: 사망 후 반환 누락, 이벤트 중복, Idle 루틴 충돌.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해결: 디버깅을 통해 문제를 파악하고 수정.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문제와 해결 과정을 나타내는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디버깅 로그 분석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디버깅 로그를 통한 문제 분석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디버깅 로그를 통해 발생한 문제를 추적하고, 해결 방법을 도출.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디버깅 로그의 스크린샷과 함께 분석 결과 배치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개발 과정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개발 과정의 주요 단계 요약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기획 → 설계 → 구현 → 테스트 → 배포.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개발 과정의 흐름을 나타내는 타임라인 다이어그램 배치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질의응답 및 마무리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추천 내용 : 질의응답 시간 및 발표 마무리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예시 내용 : 발표를 마치며 질문을 받겠습니다. 감사합니다!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레이아웃과 이미지 제안 : 질의응답을 나타내는 아이콘과 함께 마무리 메시지 배치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2025-11-12T04:23:45Z</dcterms:created>
  <dcterms:modified xsi:type="dcterms:W3CDTF">2025-11-12T04:23:45Z</dcterms:modified>
</cp:coreProperties>
</file>